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19"/>
  </p:normalViewPr>
  <p:slideViewPr>
    <p:cSldViewPr snapToGrid="0">
      <p:cViewPr varScale="1">
        <p:scale>
          <a:sx n="90" d="100"/>
          <a:sy n="90" d="100"/>
        </p:scale>
        <p:origin x="23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BF2A-D102-1C15-2693-D7D7A88EE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38ED30-B56E-DD31-CD3B-9B6423DC4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FC1A4-D7C5-1A42-B808-A006C1AFB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657D8-F2CA-EB10-134E-1CE2447D6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51EE1-3628-24C9-1D05-A5494C22C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9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6CF97-2FB8-4F05-A4D5-74037A6EE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EF2AB-9481-8797-ACA3-9D4C00B01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9B9B1-4D18-CBC7-F07E-43987304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23082-1812-BF3F-1E58-5808C94BB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1C58F-8737-A595-7641-74BC0919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4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D22D2-D170-7810-32EF-94193286E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E926A-310C-3368-23C3-780FEFFD9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0982D-27CD-7FC9-272C-A63FB28C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87CA1-45DD-D4B5-5529-97D0F335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A7094-C4F3-F276-8CCD-280E69AD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58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A68A6-5FFF-792E-AEDF-444CD840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47D41-DDBF-96DF-7517-9CFA74693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558BC-5358-52FE-F662-28F917486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20FD8-5056-BEBC-EA4B-0D7DD430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FB7-67C4-0649-475E-B7AE88C1F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63337-8FC9-DC35-B775-AD2B9367C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37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A3B61-7051-3C98-0402-74918331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F2DFF-9A1E-B396-362D-40BF4B38A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03496-71C9-A613-29A8-739B8B974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6CA8A-D873-A5DC-FF2C-B77F4EA44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A7C6C8-2C2C-B872-6CD9-350C71D75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B8B7DC-1474-CAEC-2D9F-B9EEF1484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C70B7A-0032-AFA0-5726-B3817206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2B4EE-8370-F40E-1FA0-FCAA89B39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5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EDFB-32CB-A906-5E12-D39DD2C2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6C76C-733D-660B-BE1E-DDB6EE7FB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0FE1F-7D42-07B0-BCA8-07AD3359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3E1E8-4CF4-2E4D-52FF-A3F2B36B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37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85687F-504B-EE32-4D30-B6F24964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8FAF8-5A61-A667-F9B1-8FE349176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19A78-282C-C793-7B3E-FD3EFB16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69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D6EE-2888-282D-2AAE-5CAAE793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19A61-6A52-2505-61B8-F908BFD71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85CAF-E21E-5320-8B25-18F63C19B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50484-43F2-47FF-33DC-9926CF68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6A2B3-9957-1594-3FF2-338EB1AB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E1503-8205-D748-9EEA-6D507B90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8D06-7967-C4D4-E5DC-6B5556813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B8239-1CB1-0C6C-C5EE-3BC1ACBD3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C4773-6548-B27F-AC5A-94E3B40D3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D6C86-7362-A122-E9B2-CBA1D96C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05386-B6D6-46A6-98F2-5AFCD4BC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7FEE2-8DCF-2359-DBC8-639F3501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93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A70BD-B6AC-40F6-C2A9-BB6161CB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0EF4C-E8A4-63C8-DC8D-20680F10B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E5B35-F9C5-CD78-1F0F-0C3C9F6C5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82654-B326-FB1A-9DBE-4D6339AB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8E43A-EF4C-4004-6A56-E166C0EF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33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1BC3CE-AA50-14A7-1EE6-9D33D76222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B9238-7F5A-2000-9B46-1FF9C0A26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C15DA-D7E7-C45B-B2F5-871BD365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BCE6B-7840-9160-6C44-4BBAFA19A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B4C0D-D56B-980D-E567-F5DE6061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5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F46EA0-D9D3-14E5-DACA-B488B061F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C4147-1728-F3F8-EC95-20A12435E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BEA62-0732-A35B-E8CD-B249B9759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AC4DB-31A6-0A4F-A1A2-D53C19176CD3}" type="datetimeFigureOut">
              <a:rPr lang="en-US" smtClean="0"/>
              <a:t>6/7/24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1A858-1ED5-8BEA-6659-A690626D2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C6B19-6417-6D91-6881-60862538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4E65C-1CCB-C14D-A74B-0EEE8581A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41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2A151D-4402-D08F-A20B-99CC26BA15F6}"/>
              </a:ext>
            </a:extLst>
          </p:cNvPr>
          <p:cNvSpPr txBox="1"/>
          <p:nvPr/>
        </p:nvSpPr>
        <p:spPr>
          <a:xfrm>
            <a:off x="921542" y="1156482"/>
            <a:ext cx="9232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National Institute of Justice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D3336-013A-D595-454D-F7A6041968C3}"/>
              </a:ext>
            </a:extLst>
          </p:cNvPr>
          <p:cNvSpPr txBox="1"/>
          <p:nvPr/>
        </p:nvSpPr>
        <p:spPr>
          <a:xfrm>
            <a:off x="921543" y="1914584"/>
            <a:ext cx="8126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Recidivism Challenge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3BD68-7626-C908-ECBF-7AC54C235E75}"/>
              </a:ext>
            </a:extLst>
          </p:cNvPr>
          <p:cNvSpPr txBox="1"/>
          <p:nvPr/>
        </p:nvSpPr>
        <p:spPr>
          <a:xfrm>
            <a:off x="921542" y="5712857"/>
            <a:ext cx="5713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0</a:t>
            </a:r>
          </a:p>
          <a:p>
            <a:r>
              <a:rPr lang="en-US" dirty="0"/>
              <a:t>Lizzy Data, Shawn Random-Forest, and Hector Binary</a:t>
            </a:r>
          </a:p>
        </p:txBody>
      </p:sp>
    </p:spTree>
    <p:extLst>
      <p:ext uri="{BB962C8B-B14F-4D97-AF65-F5344CB8AC3E}">
        <p14:creationId xmlns:p14="http://schemas.microsoft.com/office/powerpoint/2010/main" val="947299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4A62-7C6F-43AF-6028-1F83B63ED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(Understand)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D1215-423D-8EE8-2590-A784F92CC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Recidivism</a:t>
            </a:r>
          </a:p>
          <a:p>
            <a:r>
              <a:rPr lang="en-US" dirty="0"/>
              <a:t>Students can talk briefly about the research question here</a:t>
            </a:r>
          </a:p>
          <a:p>
            <a:pPr lvl="1"/>
            <a:r>
              <a:rPr lang="en-US" dirty="0"/>
              <a:t>What did they create a model for? Why?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44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220BB-26F3-1698-DEB6-B9A79EFE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BE3A7-021B-2E1A-EDFE-94BB5B0B9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should inform audience of the conclusion they reached (which model they chose)</a:t>
            </a:r>
          </a:p>
        </p:txBody>
      </p:sp>
    </p:spTree>
    <p:extLst>
      <p:ext uri="{BB962C8B-B14F-4D97-AF65-F5344CB8AC3E}">
        <p14:creationId xmlns:p14="http://schemas.microsoft.com/office/powerpoint/2010/main" val="3450480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8E19C-509C-E79E-5BD6-FFC80E3F6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80111-3A60-0EA8-0415-A21C2C2CD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can explain the data here</a:t>
            </a:r>
          </a:p>
          <a:p>
            <a:pPr lvl="1"/>
            <a:r>
              <a:rPr lang="en-US" dirty="0"/>
              <a:t>Were there any areas they cleaned</a:t>
            </a:r>
          </a:p>
          <a:p>
            <a:pPr lvl="1"/>
            <a:r>
              <a:rPr lang="en-US" dirty="0"/>
              <a:t>Why that way </a:t>
            </a:r>
          </a:p>
        </p:txBody>
      </p:sp>
    </p:spTree>
    <p:extLst>
      <p:ext uri="{BB962C8B-B14F-4D97-AF65-F5344CB8AC3E}">
        <p14:creationId xmlns:p14="http://schemas.microsoft.com/office/powerpoint/2010/main" val="2597033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AAC5E-591D-BB13-4883-C8F3DD854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D4DA5-1A5F-418D-F737-035833B36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should briefly explain each model they created and give a quick run down on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922363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4D28-ECD6-8CAD-AF79-EEB55F1E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Their recommendation/Answer (Understand)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AF53C-B037-19BE-CA45-09427465E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their recommended model the best option of the three</a:t>
            </a:r>
          </a:p>
          <a:p>
            <a:r>
              <a:rPr lang="en-US" dirty="0"/>
              <a:t>Is there any way they could improve this model</a:t>
            </a:r>
          </a:p>
        </p:txBody>
      </p:sp>
    </p:spTree>
    <p:extLst>
      <p:ext uri="{BB962C8B-B14F-4D97-AF65-F5344CB8AC3E}">
        <p14:creationId xmlns:p14="http://schemas.microsoft.com/office/powerpoint/2010/main" val="487083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9B0B-8249-5E6A-C16E-EB287B6C3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Conclusion/Takeaways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42670-2B02-B8FE-EA0C-8F940DBD0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lessons they learned</a:t>
            </a:r>
          </a:p>
          <a:p>
            <a:r>
              <a:rPr lang="en-US" dirty="0"/>
              <a:t>Any thing they would do differently</a:t>
            </a:r>
          </a:p>
          <a:p>
            <a:r>
              <a:rPr lang="en-US" dirty="0"/>
              <a:t>If they were to continue the project what would their next steps be</a:t>
            </a:r>
          </a:p>
        </p:txBody>
      </p:sp>
    </p:spTree>
    <p:extLst>
      <p:ext uri="{BB962C8B-B14F-4D97-AF65-F5344CB8AC3E}">
        <p14:creationId xmlns:p14="http://schemas.microsoft.com/office/powerpoint/2010/main" val="988866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148</Words>
  <Application>Microsoft Macintosh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Research Question (Understand)</vt:lpstr>
      <vt:lpstr>Answer First</vt:lpstr>
      <vt:lpstr>The Data</vt:lpstr>
      <vt:lpstr>Model </vt:lpstr>
      <vt:lpstr>Their recommendation/Answer (Understand)</vt:lpstr>
      <vt:lpstr>Conclusion/Takeaways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Shortt</dc:creator>
  <cp:lastModifiedBy>Jordan Shortt</cp:lastModifiedBy>
  <cp:revision>1</cp:revision>
  <dcterms:created xsi:type="dcterms:W3CDTF">2024-06-07T14:05:21Z</dcterms:created>
  <dcterms:modified xsi:type="dcterms:W3CDTF">2024-06-07T14:32:03Z</dcterms:modified>
</cp:coreProperties>
</file>